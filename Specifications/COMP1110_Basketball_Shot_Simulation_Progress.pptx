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2044508"/>
            <a:ext cx="7772400" cy="1470025"/>
          </a:xfrm>
        </p:spPr>
        <p:txBody>
          <a:bodyPr/>
          <a:lstStyle/>
          <a:p>
            <a:r>
              <a:rPr dirty="0"/>
              <a:t>A Physics-Based Basketball Shot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3514533"/>
            <a:ext cx="6400800" cy="1752600"/>
          </a:xfrm>
        </p:spPr>
        <p:txBody>
          <a:bodyPr>
            <a:normAutofit fontScale="77500" lnSpcReduction="20000"/>
          </a:bodyPr>
          <a:lstStyle/>
          <a:p>
            <a:r>
              <a:rPr dirty="0"/>
              <a:t>COMP1110 Computing and Data Science in Everyday Life, 2026/27 Semester 1</a:t>
            </a:r>
          </a:p>
          <a:p>
            <a:r>
              <a:rPr dirty="0"/>
              <a:t>Progress report, week 6. He </a:t>
            </a:r>
            <a:r>
              <a:rPr dirty="0" err="1"/>
              <a:t>Runlong</a:t>
            </a:r>
            <a:r>
              <a:rPr dirty="0"/>
              <a:t>, Li </a:t>
            </a:r>
            <a:r>
              <a:rPr dirty="0" err="1"/>
              <a:t>Zhenyi</a:t>
            </a:r>
            <a:r>
              <a:rPr dirty="0"/>
              <a:t>, Shao </a:t>
            </a:r>
            <a:r>
              <a:rPr dirty="0" err="1"/>
              <a:t>Linjun</a:t>
            </a:r>
            <a:r>
              <a:rPr dirty="0"/>
              <a:t>, Liang </a:t>
            </a:r>
            <a:r>
              <a:rPr dirty="0" err="1"/>
              <a:t>Xuanshuo</a:t>
            </a:r>
            <a:r>
              <a:rPr dirty="0"/>
              <a:t>, Chen Yin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at a Glance</a:t>
            </a:r>
          </a:p>
        </p:txBody>
      </p:sp>
      <p:pic>
        <p:nvPicPr>
          <p:cNvPr id="3" name="Picture 2" descr="fi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772400" cy="4739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0" y="201168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Three release numbers drive everything: point (x, y, z), velocity vector, backspin rate.</a:t>
            </a:r>
          </a:p>
          <a:p>
            <a:endParaRPr/>
          </a:p>
          <a:p>
            <a:r>
              <a:t>Gravity, quadratic air drag and Magnus lift shape the flight; the rigid board and rim decide every bounce.</a:t>
            </a:r>
          </a:p>
          <a:p>
            <a:endParaRPr/>
          </a:p>
          <a:p>
            <a:r>
              <a:t>Pure physics, no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Ball Physics, Not Pose Estimation</a:t>
            </a:r>
          </a:p>
        </p:txBody>
      </p:sp>
      <p:pic>
        <p:nvPicPr>
          <p:cNvPr id="3" name="Picture 2" descr="fig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772400" cy="4739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0" y="201168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OpenPose work (Cao 2017; Nakai et al. 2018) corrects the shooter's posture.</a:t>
            </a:r>
          </a:p>
          <a:p>
            <a:endParaRPr/>
          </a:p>
          <a:p>
            <a:r>
              <a:t>Classical models (Brancazio 1981; Okubo &amp; Hubbard 2006) drop backspin or fuse the bounce outcomes.</a:t>
            </a:r>
          </a:p>
          <a:p>
            <a:endParaRPr/>
          </a:p>
          <a:p>
            <a:r>
              <a:t>No study fills all five columns. That gap is our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Concept and Research Question</a:t>
            </a:r>
          </a:p>
        </p:txBody>
      </p:sp>
      <p:pic>
        <p:nvPicPr>
          <p:cNvPr id="3" name="Picture 2" descr="fig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772400" cy="4739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0" y="201168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Can a simulation with a rigid board, rigid rim and one restitution constant e = 0.7 reproduce swish, rim-in, board-in and miss?</a:t>
            </a:r>
          </a:p>
          <a:p>
            <a:endParaRPr/>
          </a:p>
          <a:p>
            <a:r>
              <a:t>Weight, v-squared drag and spin-driven Magnus lift are the only forces modelled.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 and Tools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772400" cy="4739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0" y="201168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RK4 integration in Python and numpy.</a:t>
            </a:r>
          </a:p>
          <a:p>
            <a:endParaRPr/>
          </a:p>
          <a:p>
            <a:r>
              <a:t>Plane-sphere and circle-pair contacts, four labelled outcomes, then a sweep over angle and spin.</a:t>
            </a:r>
          </a:p>
          <a:p>
            <a:endParaRPr/>
          </a:p>
          <a:p>
            <a:r>
              <a:t>SportVU plus our own filmed throws supply labels only; every constant stays frozen.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t>Release point, velocity vector, backspin</a:t>
            </a:r>
          </a:p>
          <a:p>
            <a:r>
              <a:t>Quadratic air drag + Magnus lift</a:t>
            </a:r>
          </a:p>
          <a:p>
            <a:r>
              <a:t>Rigid vertical board plane</a:t>
            </a:r>
          </a:p>
          <a:p>
            <a:r>
              <a:t>Rigid rim, inelastic contact e = 0.7</a:t>
            </a:r>
          </a:p>
          <a:p>
            <a:r>
              <a:t>Swish, rim-in, board-in, miss</a:t>
            </a:r>
          </a:p>
          <a:p>
            <a:r>
              <a:t>Free-throw versus 3-point extension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t>Ball deformation, rim flex, board vibration</a:t>
            </a:r>
          </a:p>
          <a:p>
            <a:r>
              <a:t>Player fatigue and psychology</a:t>
            </a:r>
          </a:p>
          <a:p>
            <a:r>
              <a:t>Side-spin and wobble</a:t>
            </a:r>
          </a:p>
          <a:p>
            <a:r>
              <a:t>Machine-learning correction of the physics</a:t>
            </a:r>
          </a:p>
          <a:p>
            <a:r>
              <a:t>Real-time pose estimation</a:t>
            </a:r>
          </a:p>
          <a:p>
            <a:r>
              <a:t>Claims about real players' performance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Early Result: Make-Probability Surface</a:t>
            </a:r>
          </a:p>
        </p:txBody>
      </p:sp>
      <p:pic>
        <p:nvPicPr>
          <p:cNvPr id="3" name="Picture 2" descr="fi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772400" cy="4739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0" y="201168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Grid sweep: 17 angles x 17 spin rates, 100 jittered shots per cell.</a:t>
            </a:r>
          </a:p>
          <a:p>
            <a:endParaRPr/>
          </a:p>
          <a:p>
            <a:r>
              <a:t>Peak P(make) ≈ 0.77 near 55° with 45 rad/s of backspin, split across swish / rim-in / board-in.</a:t>
            </a:r>
          </a:p>
          <a:p>
            <a:endParaRPr/>
          </a:p>
          <a:p>
            <a:r>
              <a:t>Without spin P is lower, rising to a broad plateau (~15–45 rad/s).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Extension: Free Throw versus 3-Point</a:t>
            </a:r>
          </a:p>
        </p:txBody>
      </p:sp>
      <p:pic>
        <p:nvPicPr>
          <p:cNvPr id="3" name="Picture 2" descr="fig_ft3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772400" cy="4739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0" y="201168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Air costs extra launch speed, and more at longer range.</a:t>
            </a:r>
          </a:p>
          <a:p>
            <a:endParaRPr/>
          </a:p>
          <a:p>
            <a:r>
              <a:t>Aim as if in a vacuum and the ball reaches the rim plane low: 40.2 cm on a free throw, 117 cm from three-point range.</a:t>
            </a:r>
          </a:p>
          <a:p>
            <a:endParaRPr/>
          </a:p>
          <a:p>
            <a:r>
              <a:t>Drag and spin matter more the farther the shot.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Design</a:t>
            </a:r>
          </a:p>
        </p:txBody>
      </p:sp>
      <p:pic>
        <p:nvPicPr>
          <p:cNvPr id="3" name="Picture 2" descr="fig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772400" cy="4739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0" y="201168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20 to 30 group-member free throws filmed at 60 fps, plus public NBA SportVU tracking.</a:t>
            </a:r>
          </a:p>
          <a:p>
            <a:endParaRPr/>
          </a:p>
          <a:p>
            <a:r>
              <a:t>Frame by frame tracking gives release geometry and the recorded outcome class.</a:t>
            </a:r>
          </a:p>
          <a:p>
            <a:endParaRPr/>
          </a:p>
          <a:p>
            <a:r>
              <a:t>We report a single disagreement rate, as a sanity check rather than a statistical claim.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and Current Progress</a:t>
            </a:r>
          </a:p>
        </p:txBody>
      </p:sp>
      <p:pic>
        <p:nvPicPr>
          <p:cNvPr id="3" name="Picture 2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772400" cy="4739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0" y="201168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Phase 1, literature review and model design, is complete.</a:t>
            </a:r>
          </a:p>
          <a:p>
            <a:endParaRPr/>
          </a:p>
          <a:p>
            <a:r>
              <a:t>Phase 2, the RK4 integrator and the collision code, is in progress this week.</a:t>
            </a:r>
          </a:p>
          <a:p>
            <a:endParaRPr/>
          </a:p>
          <a:p>
            <a:r>
              <a:t>Extension and footage labels follow in weeks 7 to 9; writing and figures in weeks 10 to 12.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Stated Limitations and Ethics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t>Real rims flex, real boards vibrate</a:t>
            </a:r>
          </a:p>
          <a:p>
            <a:r>
              <a:t>One restitution constant for two contacts</a:t>
            </a:r>
          </a:p>
          <a:p>
            <a:r>
              <a:t>Spin held constant, no decay in flight</a:t>
            </a:r>
          </a:p>
          <a:p>
            <a:r>
              <a:t>Rim-in and board-in outcomes less accurate than swish</a:t>
            </a:r>
          </a:p>
          <a:p>
            <a:r>
              <a:t>Small empirical sample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t>Filmed participants are team members</a:t>
            </a:r>
          </a:p>
          <a:p>
            <a:r>
              <a:t>Verbal consent, footage stays local</a:t>
            </a:r>
          </a:p>
          <a:p>
            <a:r>
              <a:t>Outcomes labelled, no face data needed</a:t>
            </a:r>
          </a:p>
          <a:p>
            <a:r>
              <a:t>Video deleted after the final report</a:t>
            </a:r>
          </a:p>
          <a:p>
            <a:r>
              <a:t>SportVU data is public and anonymised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Working Python simulation of free-throw outcomes</a:t>
            </a:r>
          </a:p>
          <a:p>
            <a:r>
              <a:t>Make-probability map over release angle and backspin</a:t>
            </a:r>
          </a:p>
          <a:p>
            <a:r>
              <a:t>Disagreement rate against SportVU and our own footage</a:t>
            </a:r>
          </a:p>
          <a:p>
            <a:r>
              <a:t>Free-throw versus 3-point comparison</a:t>
            </a:r>
          </a:p>
          <a:p>
            <a:r>
              <a:t>Written note on an AI-based extension, kept out of scope</a:t>
            </a:r>
          </a:p>
          <a:p>
            <a:r>
              <a:t>Next: finish the collision code, film 20 to 30 throws, widen the sweep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635</Words>
  <Application>Microsoft Office PowerPoint</Application>
  <PresentationFormat>宽屏</PresentationFormat>
  <Paragraphs>80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 Physics-Based Basketball Shot Simulation</vt:lpstr>
      <vt:lpstr>Project at a Glance</vt:lpstr>
      <vt:lpstr>Why Ball Physics, Not Pose Estimation</vt:lpstr>
      <vt:lpstr>Model Concept and Research Question</vt:lpstr>
      <vt:lpstr>Method and Tools</vt:lpstr>
      <vt:lpstr>Scope Boundaries</vt:lpstr>
      <vt:lpstr>Early Result: Make-Probability Surface</vt:lpstr>
      <vt:lpstr>Extension: Free Throw versus 3-Point</vt:lpstr>
      <vt:lpstr>Validation Design</vt:lpstr>
      <vt:lpstr>Timeline and Current Progress</vt:lpstr>
      <vt:lpstr>Stated Limitations and Ethics</vt:lpstr>
      <vt:lpstr>Deliverables and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hya hya</cp:lastModifiedBy>
  <cp:revision>2</cp:revision>
  <dcterms:created xsi:type="dcterms:W3CDTF">2013-01-27T09:14:16Z</dcterms:created>
  <dcterms:modified xsi:type="dcterms:W3CDTF">2026-10-20T11:22:14Z</dcterms:modified>
  <cp:category/>
</cp:coreProperties>
</file>